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2"/>
          <p:cNvSpPr/>
          <p:nvPr>
            <p:ph type="title"/>
          </p:nvPr>
        </p:nvSpPr>
        <p:txBody>
          <a:p>
            <a:r>
              <a:t>Crows in the City</a:t>
            </a:r>
          </a:p>
        </p:txBody>
      </p:sp>
      <p:sp>
        <p:nvSpPr>
          <p:cNvPr id="3" name="Shape 3"/>
          <p:cNvSpPr/>
          <p:nvPr>
            <p:ph type="body"/>
          </p:nvPr>
        </p:nvSpPr>
        <p:txBody>
          <a:p>
            <a:r>
              <a:t>They remember faces.</a:t>
            </a:r>
          </a:p>
          <a:p>
            <a:r>
              <a:t>They use tools.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2"/>
          <p:cNvSpPr/>
          <p:nvPr>
            <p:ph type="title"/>
          </p:nvPr>
        </p:nvSpPr>
        <p:txBody>
          <a:p>
            <a:r>
              <a:t>Counting Crows</a:t>
            </a:r>
          </a:p>
        </p:txBody>
      </p:sp>
      <p:sp>
        <p:nvSpPr>
          <p:cNvPr id="3" name="Shape 3"/>
          <p:cNvSpPr/>
          <p:nvPr>
            <p:ph type="body"/>
          </p:nvPr>
        </p:nvSpPr>
        <p:txBody>
          <a:p>
            <a:r>
              <a:t>Count at dusk.</a:t>
            </a:r>
          </a:p>
          <a:p>
            <a:r>
              <a:t>Write down the roost.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Crow Lesson</dc:title>
  <dc:creator>Ada Example</dc:creator>
</cp:coreProperties>
</file>